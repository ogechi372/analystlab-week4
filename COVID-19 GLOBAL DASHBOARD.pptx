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37b48334009f082" providerId="LiveId" clId="{F05AD4C6-67B7-4BE0-AC8E-8BFFB19D1693}"/>
    <pc:docChg chg="undo custSel addSld delSld modSld modMainMaster">
      <pc:chgData name="" userId="037b48334009f082" providerId="LiveId" clId="{F05AD4C6-67B7-4BE0-AC8E-8BFFB19D1693}" dt="2026-07-18T01:00:46.628" v="3289" actId="1076"/>
      <pc:docMkLst>
        <pc:docMk/>
      </pc:docMkLst>
      <pc:sldChg chg="addSp delSp modSp setBg">
        <pc:chgData name="" userId="037b48334009f082" providerId="LiveId" clId="{F05AD4C6-67B7-4BE0-AC8E-8BFFB19D1693}" dt="2026-07-18T00:10:13.501" v="2041" actId="1076"/>
        <pc:sldMkLst>
          <pc:docMk/>
          <pc:sldMk cId="1865008998" sldId="256"/>
        </pc:sldMkLst>
        <pc:spChg chg="mod">
          <ac:chgData name="" userId="037b48334009f082" providerId="LiveId" clId="{F05AD4C6-67B7-4BE0-AC8E-8BFFB19D1693}" dt="2026-07-17T23:43:49.194" v="1279" actId="14100"/>
          <ac:spMkLst>
            <pc:docMk/>
            <pc:sldMk cId="1865008998" sldId="256"/>
            <ac:spMk id="2" creationId="{A2FB1D26-8B00-4EA0-A89B-A817CA93C532}"/>
          </ac:spMkLst>
        </pc:spChg>
        <pc:spChg chg="mod">
          <ac:chgData name="" userId="037b48334009f082" providerId="LiveId" clId="{F05AD4C6-67B7-4BE0-AC8E-8BFFB19D1693}" dt="2026-07-17T22:39:54.515" v="714" actId="20577"/>
          <ac:spMkLst>
            <pc:docMk/>
            <pc:sldMk cId="1865008998" sldId="256"/>
            <ac:spMk id="3" creationId="{9D4C4D25-EBDB-438A-B720-DA91207EB914}"/>
          </ac:spMkLst>
        </pc:spChg>
        <pc:spChg chg="add del mod">
          <ac:chgData name="" userId="037b48334009f082" providerId="LiveId" clId="{F05AD4C6-67B7-4BE0-AC8E-8BFFB19D1693}" dt="2026-07-17T21:44:30.167" v="58"/>
          <ac:spMkLst>
            <pc:docMk/>
            <pc:sldMk cId="1865008998" sldId="256"/>
            <ac:spMk id="7" creationId="{7A7E084C-E8E3-437E-8126-58830ABFF6B0}"/>
          </ac:spMkLst>
        </pc:spChg>
        <pc:spChg chg="add del mod">
          <ac:chgData name="" userId="037b48334009f082" providerId="LiveId" clId="{F05AD4C6-67B7-4BE0-AC8E-8BFFB19D1693}" dt="2026-07-17T21:45:11.659" v="60" actId="478"/>
          <ac:spMkLst>
            <pc:docMk/>
            <pc:sldMk cId="1865008998" sldId="256"/>
            <ac:spMk id="10" creationId="{0043D85A-EDAB-4141-8BB5-3FF584FBF97F}"/>
          </ac:spMkLst>
        </pc:spChg>
        <pc:spChg chg="add del mod">
          <ac:chgData name="" userId="037b48334009f082" providerId="LiveId" clId="{F05AD4C6-67B7-4BE0-AC8E-8BFFB19D1693}" dt="2026-07-17T21:50:33.041" v="68" actId="478"/>
          <ac:spMkLst>
            <pc:docMk/>
            <pc:sldMk cId="1865008998" sldId="256"/>
            <ac:spMk id="13" creationId="{FBD156BA-A904-45F8-A8F1-515F2B1A34BB}"/>
          </ac:spMkLst>
        </pc:spChg>
        <pc:spChg chg="add del mod">
          <ac:chgData name="" userId="037b48334009f082" providerId="LiveId" clId="{F05AD4C6-67B7-4BE0-AC8E-8BFFB19D1693}" dt="2026-07-17T22:23:17.038" v="497" actId="478"/>
          <ac:spMkLst>
            <pc:docMk/>
            <pc:sldMk cId="1865008998" sldId="256"/>
            <ac:spMk id="18" creationId="{A6AAAE84-6EC8-434F-B4BB-A9027501B230}"/>
          </ac:spMkLst>
        </pc:spChg>
        <pc:spChg chg="add del mod">
          <ac:chgData name="" userId="037b48334009f082" providerId="LiveId" clId="{F05AD4C6-67B7-4BE0-AC8E-8BFFB19D1693}" dt="2026-07-17T22:25:16.231" v="623"/>
          <ac:spMkLst>
            <pc:docMk/>
            <pc:sldMk cId="1865008998" sldId="256"/>
            <ac:spMk id="21" creationId="{2CDEDF13-7D85-467A-AED0-4CBCDB130B19}"/>
          </ac:spMkLst>
        </pc:spChg>
        <pc:spChg chg="add del mod">
          <ac:chgData name="" userId="037b48334009f082" providerId="LiveId" clId="{F05AD4C6-67B7-4BE0-AC8E-8BFFB19D1693}" dt="2026-07-17T23:06:13.566" v="1094"/>
          <ac:spMkLst>
            <pc:docMk/>
            <pc:sldMk cId="1865008998" sldId="256"/>
            <ac:spMk id="28" creationId="{7C3A87C3-4621-4A61-BE1B-C6FF4F3D94E7}"/>
          </ac:spMkLst>
        </pc:spChg>
        <pc:picChg chg="add del mod">
          <ac:chgData name="" userId="037b48334009f082" providerId="LiveId" clId="{F05AD4C6-67B7-4BE0-AC8E-8BFFB19D1693}" dt="2026-07-17T22:39:19.254" v="712" actId="478"/>
          <ac:picMkLst>
            <pc:docMk/>
            <pc:sldMk cId="1865008998" sldId="256"/>
            <ac:picMk id="6" creationId="{BC36F832-DF15-4C09-95AA-BADFFC5E528F}"/>
          </ac:picMkLst>
        </pc:picChg>
        <pc:picChg chg="add del mod">
          <ac:chgData name="" userId="037b48334009f082" providerId="LiveId" clId="{F05AD4C6-67B7-4BE0-AC8E-8BFFB19D1693}" dt="2026-07-17T21:49:32.756" v="66" actId="478"/>
          <ac:picMkLst>
            <pc:docMk/>
            <pc:sldMk cId="1865008998" sldId="256"/>
            <ac:picMk id="9" creationId="{B31F925F-D01C-4882-9E6F-E85DBECD9F9F}"/>
          </ac:picMkLst>
        </pc:picChg>
        <pc:picChg chg="add del mod">
          <ac:chgData name="" userId="037b48334009f082" providerId="LiveId" clId="{F05AD4C6-67B7-4BE0-AC8E-8BFFB19D1693}" dt="2026-07-17T21:50:33.041" v="68" actId="478"/>
          <ac:picMkLst>
            <pc:docMk/>
            <pc:sldMk cId="1865008998" sldId="256"/>
            <ac:picMk id="12" creationId="{D869786D-0C93-42EC-8A0D-2DD36D580ADD}"/>
          </ac:picMkLst>
        </pc:picChg>
        <pc:picChg chg="add del mod ord">
          <ac:chgData name="" userId="037b48334009f082" providerId="LiveId" clId="{F05AD4C6-67B7-4BE0-AC8E-8BFFB19D1693}" dt="2026-07-17T22:22:01.811" v="495" actId="478"/>
          <ac:picMkLst>
            <pc:docMk/>
            <pc:sldMk cId="1865008998" sldId="256"/>
            <ac:picMk id="15" creationId="{1BA924F6-40AA-45F2-8AE4-3E720476EF94}"/>
          </ac:picMkLst>
        </pc:picChg>
        <pc:picChg chg="add del mod">
          <ac:chgData name="" userId="037b48334009f082" providerId="LiveId" clId="{F05AD4C6-67B7-4BE0-AC8E-8BFFB19D1693}" dt="2026-07-17T22:23:17.038" v="497" actId="478"/>
          <ac:picMkLst>
            <pc:docMk/>
            <pc:sldMk cId="1865008998" sldId="256"/>
            <ac:picMk id="17" creationId="{56A8C114-1367-40C5-BFC3-85E161EB66CB}"/>
          </ac:picMkLst>
        </pc:picChg>
        <pc:picChg chg="add del mod ord">
          <ac:chgData name="" userId="037b48334009f082" providerId="LiveId" clId="{F05AD4C6-67B7-4BE0-AC8E-8BFFB19D1693}" dt="2026-07-17T22:25:16.231" v="621" actId="478"/>
          <ac:picMkLst>
            <pc:docMk/>
            <pc:sldMk cId="1865008998" sldId="256"/>
            <ac:picMk id="20" creationId="{73AF61FF-BD9C-4F88-89AD-B571C4724B59}"/>
          </ac:picMkLst>
        </pc:picChg>
        <pc:picChg chg="add del mod ord">
          <ac:chgData name="" userId="037b48334009f082" providerId="LiveId" clId="{F05AD4C6-67B7-4BE0-AC8E-8BFFB19D1693}" dt="2026-07-17T22:39:21.357" v="713" actId="478"/>
          <ac:picMkLst>
            <pc:docMk/>
            <pc:sldMk cId="1865008998" sldId="256"/>
            <ac:picMk id="23" creationId="{F0DBD95F-1E5A-430A-B848-3FB92F846990}"/>
          </ac:picMkLst>
        </pc:picChg>
        <pc:picChg chg="add mod ord">
          <ac:chgData name="" userId="037b48334009f082" providerId="LiveId" clId="{F05AD4C6-67B7-4BE0-AC8E-8BFFB19D1693}" dt="2026-07-18T00:10:13.501" v="2041" actId="1076"/>
          <ac:picMkLst>
            <pc:docMk/>
            <pc:sldMk cId="1865008998" sldId="256"/>
            <ac:picMk id="25" creationId="{98DA8EDB-BD7B-4D31-9812-147E72EDF866}"/>
          </ac:picMkLst>
        </pc:picChg>
        <pc:picChg chg="add del mod ord">
          <ac:chgData name="" userId="037b48334009f082" providerId="LiveId" clId="{F05AD4C6-67B7-4BE0-AC8E-8BFFB19D1693}" dt="2026-07-17T23:20:49.873" v="1163" actId="478"/>
          <ac:picMkLst>
            <pc:docMk/>
            <pc:sldMk cId="1865008998" sldId="256"/>
            <ac:picMk id="27" creationId="{6A3324CB-CAC8-4388-86F9-8EEF11D81EB1}"/>
          </ac:picMkLst>
        </pc:picChg>
        <pc:picChg chg="add del mod">
          <ac:chgData name="" userId="037b48334009f082" providerId="LiveId" clId="{F05AD4C6-67B7-4BE0-AC8E-8BFFB19D1693}" dt="2026-07-17T23:23:22.129" v="1166" actId="478"/>
          <ac:picMkLst>
            <pc:docMk/>
            <pc:sldMk cId="1865008998" sldId="256"/>
            <ac:picMk id="30" creationId="{F3EA60D3-19E2-4FD0-AB54-664C6F821338}"/>
          </ac:picMkLst>
        </pc:picChg>
        <pc:picChg chg="add del mod">
          <ac:chgData name="" userId="037b48334009f082" providerId="LiveId" clId="{F05AD4C6-67B7-4BE0-AC8E-8BFFB19D1693}" dt="2026-07-17T23:24:56.201" v="1169" actId="478"/>
          <ac:picMkLst>
            <pc:docMk/>
            <pc:sldMk cId="1865008998" sldId="256"/>
            <ac:picMk id="32" creationId="{707645CA-40B4-454B-837B-0C1B15454E4C}"/>
          </ac:picMkLst>
        </pc:picChg>
        <pc:picChg chg="add mod ord">
          <ac:chgData name="" userId="037b48334009f082" providerId="LiveId" clId="{F05AD4C6-67B7-4BE0-AC8E-8BFFB19D1693}" dt="2026-07-17T23:43:14.295" v="1278" actId="1076"/>
          <ac:picMkLst>
            <pc:docMk/>
            <pc:sldMk cId="1865008998" sldId="256"/>
            <ac:picMk id="34" creationId="{3151B1BF-5B34-4371-A144-6A21419A9697}"/>
          </ac:picMkLst>
        </pc:picChg>
      </pc:sldChg>
      <pc:sldChg chg="addSp delSp modSp add">
        <pc:chgData name="" userId="037b48334009f082" providerId="LiveId" clId="{F05AD4C6-67B7-4BE0-AC8E-8BFFB19D1693}" dt="2026-07-18T00:20:37.801" v="2396" actId="1076"/>
        <pc:sldMkLst>
          <pc:docMk/>
          <pc:sldMk cId="2197342530" sldId="257"/>
        </pc:sldMkLst>
        <pc:spChg chg="mod">
          <ac:chgData name="" userId="037b48334009f082" providerId="LiveId" clId="{F05AD4C6-67B7-4BE0-AC8E-8BFFB19D1693}" dt="2026-07-18T00:10:03.264" v="2039"/>
          <ac:spMkLst>
            <pc:docMk/>
            <pc:sldMk cId="2197342530" sldId="257"/>
            <ac:spMk id="2" creationId="{80D013D0-A7AA-417B-A774-F15D38EFAC05}"/>
          </ac:spMkLst>
        </pc:spChg>
        <pc:spChg chg="mod">
          <ac:chgData name="" userId="037b48334009f082" providerId="LiveId" clId="{F05AD4C6-67B7-4BE0-AC8E-8BFFB19D1693}" dt="2026-07-17T22:51:39.132" v="1028" actId="1076"/>
          <ac:spMkLst>
            <pc:docMk/>
            <pc:sldMk cId="2197342530" sldId="257"/>
            <ac:spMk id="3" creationId="{5C20F2E7-AE5D-4EA6-B297-3831F49F38F6}"/>
          </ac:spMkLst>
        </pc:spChg>
        <pc:picChg chg="add del mod">
          <ac:chgData name="" userId="037b48334009f082" providerId="LiveId" clId="{F05AD4C6-67B7-4BE0-AC8E-8BFFB19D1693}" dt="2026-07-17T23:45:56.856" v="1281" actId="478"/>
          <ac:picMkLst>
            <pc:docMk/>
            <pc:sldMk cId="2197342530" sldId="257"/>
            <ac:picMk id="5" creationId="{D836F5A2-3227-459D-9B0E-ED4DEDEA16A9}"/>
          </ac:picMkLst>
        </pc:picChg>
        <pc:picChg chg="add del mod">
          <ac:chgData name="" userId="037b48334009f082" providerId="LiveId" clId="{F05AD4C6-67B7-4BE0-AC8E-8BFFB19D1693}" dt="2026-07-17T23:46:43.696" v="1283" actId="478"/>
          <ac:picMkLst>
            <pc:docMk/>
            <pc:sldMk cId="2197342530" sldId="257"/>
            <ac:picMk id="7" creationId="{64E98391-B780-46B8-A706-2944D88AA53A}"/>
          </ac:picMkLst>
        </pc:picChg>
        <pc:picChg chg="add del mod">
          <ac:chgData name="" userId="037b48334009f082" providerId="LiveId" clId="{F05AD4C6-67B7-4BE0-AC8E-8BFFB19D1693}" dt="2026-07-17T23:48:54.780" v="1285" actId="478"/>
          <ac:picMkLst>
            <pc:docMk/>
            <pc:sldMk cId="2197342530" sldId="257"/>
            <ac:picMk id="9" creationId="{9CBC3704-EF4A-49CE-AD9C-476DA8D05F8B}"/>
          </ac:picMkLst>
        </pc:picChg>
        <pc:picChg chg="add mod ord">
          <ac:chgData name="" userId="037b48334009f082" providerId="LiveId" clId="{F05AD4C6-67B7-4BE0-AC8E-8BFFB19D1693}" dt="2026-07-17T23:56:22.261" v="1348" actId="14861"/>
          <ac:picMkLst>
            <pc:docMk/>
            <pc:sldMk cId="2197342530" sldId="257"/>
            <ac:picMk id="10" creationId="{60121B93-4661-4894-B6DF-43CC9F2EC8CE}"/>
          </ac:picMkLst>
        </pc:picChg>
        <pc:picChg chg="add del mod">
          <ac:chgData name="" userId="037b48334009f082" providerId="LiveId" clId="{F05AD4C6-67B7-4BE0-AC8E-8BFFB19D1693}" dt="2026-07-17T23:56:54.063" v="1377" actId="478"/>
          <ac:picMkLst>
            <pc:docMk/>
            <pc:sldMk cId="2197342530" sldId="257"/>
            <ac:picMk id="11" creationId="{335C033C-066A-4883-8ADD-23B61943D863}"/>
          </ac:picMkLst>
        </pc:picChg>
        <pc:picChg chg="add del mod ord">
          <ac:chgData name="" userId="037b48334009f082" providerId="LiveId" clId="{F05AD4C6-67B7-4BE0-AC8E-8BFFB19D1693}" dt="2026-07-17T23:59:06.842" v="1388" actId="478"/>
          <ac:picMkLst>
            <pc:docMk/>
            <pc:sldMk cId="2197342530" sldId="257"/>
            <ac:picMk id="12" creationId="{5B461308-E57F-4764-850B-A5858742FC1C}"/>
          </ac:picMkLst>
        </pc:picChg>
        <pc:picChg chg="add del mod">
          <ac:chgData name="" userId="037b48334009f082" providerId="LiveId" clId="{F05AD4C6-67B7-4BE0-AC8E-8BFFB19D1693}" dt="2026-07-18T00:16:26.997" v="2392" actId="478"/>
          <ac:picMkLst>
            <pc:docMk/>
            <pc:sldMk cId="2197342530" sldId="257"/>
            <ac:picMk id="14" creationId="{DEC5A760-71AC-489C-B007-184F0BDB0217}"/>
          </ac:picMkLst>
        </pc:picChg>
        <pc:picChg chg="add mod">
          <ac:chgData name="" userId="037b48334009f082" providerId="LiveId" clId="{F05AD4C6-67B7-4BE0-AC8E-8BFFB19D1693}" dt="2026-07-18T00:20:37.801" v="2396" actId="1076"/>
          <ac:picMkLst>
            <pc:docMk/>
            <pc:sldMk cId="2197342530" sldId="257"/>
            <ac:picMk id="16" creationId="{8D82C228-7C8A-4391-97C4-9D027F68BF2C}"/>
          </ac:picMkLst>
        </pc:picChg>
      </pc:sldChg>
      <pc:sldChg chg="addSp modSp add">
        <pc:chgData name="" userId="037b48334009f082" providerId="LiveId" clId="{F05AD4C6-67B7-4BE0-AC8E-8BFFB19D1693}" dt="2026-07-18T00:10:39.341" v="2044" actId="122"/>
        <pc:sldMkLst>
          <pc:docMk/>
          <pc:sldMk cId="207166561" sldId="258"/>
        </pc:sldMkLst>
        <pc:spChg chg="mod">
          <ac:chgData name="" userId="037b48334009f082" providerId="LiveId" clId="{F05AD4C6-67B7-4BE0-AC8E-8BFFB19D1693}" dt="2026-07-18T00:10:39.341" v="2044" actId="122"/>
          <ac:spMkLst>
            <pc:docMk/>
            <pc:sldMk cId="207166561" sldId="258"/>
            <ac:spMk id="2" creationId="{F09CD35E-5C86-4CA7-9A99-18DEC7DB33EB}"/>
          </ac:spMkLst>
        </pc:spChg>
        <pc:spChg chg="mod">
          <ac:chgData name="" userId="037b48334009f082" providerId="LiveId" clId="{F05AD4C6-67B7-4BE0-AC8E-8BFFB19D1693}" dt="2026-07-18T00:08:12.904" v="2005" actId="207"/>
          <ac:spMkLst>
            <pc:docMk/>
            <pc:sldMk cId="207166561" sldId="258"/>
            <ac:spMk id="3" creationId="{08F0FEB5-E794-4855-A6EF-9419860DF3B7}"/>
          </ac:spMkLst>
        </pc:spChg>
        <pc:picChg chg="add mod ord">
          <ac:chgData name="" userId="037b48334009f082" providerId="LiveId" clId="{F05AD4C6-67B7-4BE0-AC8E-8BFFB19D1693}" dt="2026-07-18T00:07:59.650" v="2004" actId="171"/>
          <ac:picMkLst>
            <pc:docMk/>
            <pc:sldMk cId="207166561" sldId="258"/>
            <ac:picMk id="4" creationId="{509CE178-0291-4612-8E5D-12031172FBE9}"/>
          </ac:picMkLst>
        </pc:picChg>
      </pc:sldChg>
      <pc:sldChg chg="addSp delSp modSp add">
        <pc:chgData name="" userId="037b48334009f082" providerId="LiveId" clId="{F05AD4C6-67B7-4BE0-AC8E-8BFFB19D1693}" dt="2026-07-18T00:22:40.794" v="2400" actId="255"/>
        <pc:sldMkLst>
          <pc:docMk/>
          <pc:sldMk cId="2671196953" sldId="259"/>
        </pc:sldMkLst>
        <pc:spChg chg="mod">
          <ac:chgData name="" userId="037b48334009f082" providerId="LiveId" clId="{F05AD4C6-67B7-4BE0-AC8E-8BFFB19D1693}" dt="2026-07-18T00:10:23.358" v="2043" actId="122"/>
          <ac:spMkLst>
            <pc:docMk/>
            <pc:sldMk cId="2671196953" sldId="259"/>
            <ac:spMk id="2" creationId="{562C7D70-032E-4CC3-9D63-CE028C401EB4}"/>
          </ac:spMkLst>
        </pc:spChg>
        <pc:spChg chg="mod">
          <ac:chgData name="" userId="037b48334009f082" providerId="LiveId" clId="{F05AD4C6-67B7-4BE0-AC8E-8BFFB19D1693}" dt="2026-07-18T00:22:40.794" v="2400" actId="255"/>
          <ac:spMkLst>
            <pc:docMk/>
            <pc:sldMk cId="2671196953" sldId="259"/>
            <ac:spMk id="3" creationId="{FA98B507-FE85-4BC9-911A-EA46F2DDB0C9}"/>
          </ac:spMkLst>
        </pc:spChg>
        <pc:picChg chg="add del mod">
          <ac:chgData name="" userId="037b48334009f082" providerId="LiveId" clId="{F05AD4C6-67B7-4BE0-AC8E-8BFFB19D1693}" dt="2026-07-18T00:20:44.325" v="2397" actId="478"/>
          <ac:picMkLst>
            <pc:docMk/>
            <pc:sldMk cId="2671196953" sldId="259"/>
            <ac:picMk id="5" creationId="{2101F56B-0532-4E62-B6F1-7448CCAA2C95}"/>
          </ac:picMkLst>
        </pc:picChg>
        <pc:picChg chg="add del mod">
          <ac:chgData name="" userId="037b48334009f082" providerId="LiveId" clId="{F05AD4C6-67B7-4BE0-AC8E-8BFFB19D1693}" dt="2026-07-18T00:22:26.952" v="2399" actId="478"/>
          <ac:picMkLst>
            <pc:docMk/>
            <pc:sldMk cId="2671196953" sldId="259"/>
            <ac:picMk id="7" creationId="{A190EEFA-00B8-48E4-A699-4DAE186638EA}"/>
          </ac:picMkLst>
        </pc:picChg>
      </pc:sldChg>
      <pc:sldChg chg="addSp delSp modSp add">
        <pc:chgData name="" userId="037b48334009f082" providerId="LiveId" clId="{F05AD4C6-67B7-4BE0-AC8E-8BFFB19D1693}" dt="2026-07-18T00:24:32.202" v="2446" actId="14100"/>
        <pc:sldMkLst>
          <pc:docMk/>
          <pc:sldMk cId="4138736797" sldId="260"/>
        </pc:sldMkLst>
        <pc:spChg chg="mod">
          <ac:chgData name="" userId="037b48334009f082" providerId="LiveId" clId="{F05AD4C6-67B7-4BE0-AC8E-8BFFB19D1693}" dt="2026-07-18T00:24:27.935" v="2445" actId="1076"/>
          <ac:spMkLst>
            <pc:docMk/>
            <pc:sldMk cId="4138736797" sldId="260"/>
            <ac:spMk id="2" creationId="{E7FB3265-EF75-44DD-86AD-21C01DA78102}"/>
          </ac:spMkLst>
        </pc:spChg>
        <pc:spChg chg="del">
          <ac:chgData name="" userId="037b48334009f082" providerId="LiveId" clId="{F05AD4C6-67B7-4BE0-AC8E-8BFFB19D1693}" dt="2026-07-18T00:23:52.045" v="2438" actId="931"/>
          <ac:spMkLst>
            <pc:docMk/>
            <pc:sldMk cId="4138736797" sldId="260"/>
            <ac:spMk id="3" creationId="{25AAF383-1BBE-4F89-967A-E55C49267797}"/>
          </ac:spMkLst>
        </pc:spChg>
        <pc:picChg chg="add mod">
          <ac:chgData name="" userId="037b48334009f082" providerId="LiveId" clId="{F05AD4C6-67B7-4BE0-AC8E-8BFFB19D1693}" dt="2026-07-18T00:24:32.202" v="2446" actId="14100"/>
          <ac:picMkLst>
            <pc:docMk/>
            <pc:sldMk cId="4138736797" sldId="260"/>
            <ac:picMk id="5" creationId="{2B9E99D0-000B-413D-AD9A-DB4C785AF994}"/>
          </ac:picMkLst>
        </pc:picChg>
      </pc:sldChg>
      <pc:sldChg chg="addSp delSp modSp add">
        <pc:chgData name="" userId="037b48334009f082" providerId="LiveId" clId="{F05AD4C6-67B7-4BE0-AC8E-8BFFB19D1693}" dt="2026-07-18T00:47:00.069" v="3135" actId="20577"/>
        <pc:sldMkLst>
          <pc:docMk/>
          <pc:sldMk cId="2364928522" sldId="261"/>
        </pc:sldMkLst>
        <pc:spChg chg="mod">
          <ac:chgData name="" userId="037b48334009f082" providerId="LiveId" clId="{F05AD4C6-67B7-4BE0-AC8E-8BFFB19D1693}" dt="2026-07-18T00:37:32.351" v="2466" actId="20577"/>
          <ac:spMkLst>
            <pc:docMk/>
            <pc:sldMk cId="2364928522" sldId="261"/>
            <ac:spMk id="2" creationId="{F411E601-F654-4447-B0C8-ED64CD2550F3}"/>
          </ac:spMkLst>
        </pc:spChg>
        <pc:spChg chg="mod">
          <ac:chgData name="" userId="037b48334009f082" providerId="LiveId" clId="{F05AD4C6-67B7-4BE0-AC8E-8BFFB19D1693}" dt="2026-07-18T00:47:00.069" v="3135" actId="20577"/>
          <ac:spMkLst>
            <pc:docMk/>
            <pc:sldMk cId="2364928522" sldId="261"/>
            <ac:spMk id="3" creationId="{B6F0F739-8D0B-4B39-B446-6E56B27C86C8}"/>
          </ac:spMkLst>
        </pc:spChg>
        <pc:picChg chg="add del">
          <ac:chgData name="" userId="037b48334009f082" providerId="LiveId" clId="{F05AD4C6-67B7-4BE0-AC8E-8BFFB19D1693}" dt="2026-07-18T00:26:29.061" v="2454" actId="478"/>
          <ac:picMkLst>
            <pc:docMk/>
            <pc:sldMk cId="2364928522" sldId="261"/>
            <ac:picMk id="4" creationId="{5AD2FCE2-EBBA-4033-BF22-211063F0C186}"/>
          </ac:picMkLst>
        </pc:picChg>
      </pc:sldChg>
      <pc:sldChg chg="modSp add">
        <pc:chgData name="" userId="037b48334009f082" providerId="LiveId" clId="{F05AD4C6-67B7-4BE0-AC8E-8BFFB19D1693}" dt="2026-07-18T00:51:33.022" v="3160" actId="20577"/>
        <pc:sldMkLst>
          <pc:docMk/>
          <pc:sldMk cId="348750819" sldId="262"/>
        </pc:sldMkLst>
        <pc:spChg chg="mod">
          <ac:chgData name="" userId="037b48334009f082" providerId="LiveId" clId="{F05AD4C6-67B7-4BE0-AC8E-8BFFB19D1693}" dt="2026-07-18T00:49:23.218" v="3152" actId="20577"/>
          <ac:spMkLst>
            <pc:docMk/>
            <pc:sldMk cId="348750819" sldId="262"/>
            <ac:spMk id="2" creationId="{542FE8E8-CD6C-4B97-9DAD-FAAD7980A695}"/>
          </ac:spMkLst>
        </pc:spChg>
        <pc:spChg chg="mod">
          <ac:chgData name="" userId="037b48334009f082" providerId="LiveId" clId="{F05AD4C6-67B7-4BE0-AC8E-8BFFB19D1693}" dt="2026-07-18T00:51:33.022" v="3160" actId="20577"/>
          <ac:spMkLst>
            <pc:docMk/>
            <pc:sldMk cId="348750819" sldId="262"/>
            <ac:spMk id="3" creationId="{C24B74C0-9ED9-495B-990D-172D180C6A09}"/>
          </ac:spMkLst>
        </pc:spChg>
      </pc:sldChg>
      <pc:sldChg chg="modSp add">
        <pc:chgData name="" userId="037b48334009f082" providerId="LiveId" clId="{F05AD4C6-67B7-4BE0-AC8E-8BFFB19D1693}" dt="2026-07-18T00:55:11.903" v="3182" actId="27636"/>
        <pc:sldMkLst>
          <pc:docMk/>
          <pc:sldMk cId="3078667257" sldId="263"/>
        </pc:sldMkLst>
        <pc:spChg chg="mod">
          <ac:chgData name="" userId="037b48334009f082" providerId="LiveId" clId="{F05AD4C6-67B7-4BE0-AC8E-8BFFB19D1693}" dt="2026-07-18T00:53:01.666" v="3173" actId="20577"/>
          <ac:spMkLst>
            <pc:docMk/>
            <pc:sldMk cId="3078667257" sldId="263"/>
            <ac:spMk id="2" creationId="{A81002AE-9187-439B-AD04-95635B72FD85}"/>
          </ac:spMkLst>
        </pc:spChg>
        <pc:spChg chg="mod">
          <ac:chgData name="" userId="037b48334009f082" providerId="LiveId" clId="{F05AD4C6-67B7-4BE0-AC8E-8BFFB19D1693}" dt="2026-07-18T00:55:11.903" v="3182" actId="27636"/>
          <ac:spMkLst>
            <pc:docMk/>
            <pc:sldMk cId="3078667257" sldId="263"/>
            <ac:spMk id="3" creationId="{353C4491-01A6-4231-AE12-4B199C221C70}"/>
          </ac:spMkLst>
        </pc:spChg>
      </pc:sldChg>
      <pc:sldChg chg="add del">
        <pc:chgData name="" userId="037b48334009f082" providerId="LiveId" clId="{F05AD4C6-67B7-4BE0-AC8E-8BFFB19D1693}" dt="2026-07-18T00:56:19.866" v="3184" actId="2696"/>
        <pc:sldMkLst>
          <pc:docMk/>
          <pc:sldMk cId="3617220261" sldId="264"/>
        </pc:sldMkLst>
      </pc:sldChg>
      <pc:sldChg chg="modSp add">
        <pc:chgData name="" userId="037b48334009f082" providerId="LiveId" clId="{F05AD4C6-67B7-4BE0-AC8E-8BFFB19D1693}" dt="2026-07-18T00:59:05.896" v="3262" actId="20577"/>
        <pc:sldMkLst>
          <pc:docMk/>
          <pc:sldMk cId="4131677296" sldId="264"/>
        </pc:sldMkLst>
        <pc:spChg chg="mod">
          <ac:chgData name="" userId="037b48334009f082" providerId="LiveId" clId="{F05AD4C6-67B7-4BE0-AC8E-8BFFB19D1693}" dt="2026-07-18T00:58:07.232" v="3229" actId="20577"/>
          <ac:spMkLst>
            <pc:docMk/>
            <pc:sldMk cId="4131677296" sldId="264"/>
            <ac:spMk id="2" creationId="{93A59D5D-41C3-4239-AA03-E190EF572FFB}"/>
          </ac:spMkLst>
        </pc:spChg>
        <pc:spChg chg="mod">
          <ac:chgData name="" userId="037b48334009f082" providerId="LiveId" clId="{F05AD4C6-67B7-4BE0-AC8E-8BFFB19D1693}" dt="2026-07-18T00:59:05.896" v="3262" actId="20577"/>
          <ac:spMkLst>
            <pc:docMk/>
            <pc:sldMk cId="4131677296" sldId="264"/>
            <ac:spMk id="3" creationId="{212F2B84-C1E2-4CDD-8FE0-7AD013FA6F07}"/>
          </ac:spMkLst>
        </pc:spChg>
      </pc:sldChg>
      <pc:sldChg chg="add del">
        <pc:chgData name="" userId="037b48334009f082" providerId="LiveId" clId="{F05AD4C6-67B7-4BE0-AC8E-8BFFB19D1693}" dt="2026-07-18T00:59:19.661" v="3266" actId="2696"/>
        <pc:sldMkLst>
          <pc:docMk/>
          <pc:sldMk cId="2139358000" sldId="265"/>
        </pc:sldMkLst>
      </pc:sldChg>
      <pc:sldChg chg="delSp modSp add">
        <pc:chgData name="" userId="037b48334009f082" providerId="LiveId" clId="{F05AD4C6-67B7-4BE0-AC8E-8BFFB19D1693}" dt="2026-07-18T01:00:46.628" v="3289" actId="1076"/>
        <pc:sldMkLst>
          <pc:docMk/>
          <pc:sldMk cId="3851781817" sldId="265"/>
        </pc:sldMkLst>
        <pc:spChg chg="del mod">
          <ac:chgData name="" userId="037b48334009f082" providerId="LiveId" clId="{F05AD4C6-67B7-4BE0-AC8E-8BFFB19D1693}" dt="2026-07-18T00:59:59.530" v="3273" actId="478"/>
          <ac:spMkLst>
            <pc:docMk/>
            <pc:sldMk cId="3851781817" sldId="265"/>
            <ac:spMk id="2" creationId="{A22873B5-5A11-4CFF-B85B-894A1213ECAF}"/>
          </ac:spMkLst>
        </pc:spChg>
        <pc:spChg chg="mod">
          <ac:chgData name="" userId="037b48334009f082" providerId="LiveId" clId="{F05AD4C6-67B7-4BE0-AC8E-8BFFB19D1693}" dt="2026-07-18T01:00:46.628" v="3289" actId="1076"/>
          <ac:spMkLst>
            <pc:docMk/>
            <pc:sldMk cId="3851781817" sldId="265"/>
            <ac:spMk id="3" creationId="{1ABA508D-5040-466E-BB66-19ABB8001F09}"/>
          </ac:spMkLst>
        </pc:spChg>
      </pc:sldChg>
      <pc:sldChg chg="add del">
        <pc:chgData name="" userId="037b48334009f082" providerId="LiveId" clId="{F05AD4C6-67B7-4BE0-AC8E-8BFFB19D1693}" dt="2026-07-18T00:59:38.754" v="3268" actId="2696"/>
        <pc:sldMkLst>
          <pc:docMk/>
          <pc:sldMk cId="4104356532" sldId="265"/>
        </pc:sldMkLst>
      </pc:sldChg>
      <pc:sldChg chg="add del">
        <pc:chgData name="" userId="037b48334009f082" providerId="LiveId" clId="{F05AD4C6-67B7-4BE0-AC8E-8BFFB19D1693}" dt="2026-07-18T00:59:19.027" v="3265" actId="2696"/>
        <pc:sldMkLst>
          <pc:docMk/>
          <pc:sldMk cId="1477002509" sldId="266"/>
        </pc:sldMkLst>
      </pc:sldChg>
      <pc:sldMasterChg chg="setBg modSldLayout">
        <pc:chgData name="" userId="037b48334009f082" providerId="LiveId" clId="{F05AD4C6-67B7-4BE0-AC8E-8BFFB19D1693}" dt="2026-07-17T21:43:03.136" v="0"/>
        <pc:sldMasterMkLst>
          <pc:docMk/>
          <pc:sldMasterMk cId="3592279194" sldId="2147483648"/>
        </pc:sldMasterMkLst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3628355595" sldId="2147483649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1207629520" sldId="2147483650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2135443230" sldId="2147483651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261984633" sldId="2147483652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4107723445" sldId="2147483653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4183707722" sldId="2147483654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1342977924" sldId="2147483655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3972101838" sldId="2147483656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558024720" sldId="2147483657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2560738089" sldId="2147483658"/>
          </pc:sldLayoutMkLst>
        </pc:sldLayoutChg>
        <pc:sldLayoutChg chg="setBg">
          <pc:chgData name="" userId="037b48334009f082" providerId="LiveId" clId="{F05AD4C6-67B7-4BE0-AC8E-8BFFB19D1693}" dt="2026-07-17T21:43:03.136" v="0"/>
          <pc:sldLayoutMkLst>
            <pc:docMk/>
            <pc:sldMasterMk cId="3592279194" sldId="2147483648"/>
            <pc:sldLayoutMk cId="115839592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3396-A6F8-4F1A-BFC1-84F9E66D7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B600A-9D27-41D3-9B24-2FA66448B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A42D9-45B7-4F2B-93F1-5206D72C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9162C-68DB-4288-8E25-527D7DE6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4A78A-2910-43EF-9E3C-00F03719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5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9658-639B-4840-B03E-526896FF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5C95-11B9-4975-A4D0-8CEA6CEB0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4A53-0E23-4A63-B575-061A5556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E8EFE-B0F7-49EB-8A03-4A849489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40E8C-5B88-41E1-B7DA-219DED3B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6E40-1472-4C79-8709-28AF924D1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231F-0F74-4636-A1BF-00F5C8B6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EDF86-46B0-4520-BE20-67D27434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D8316-ECAA-490D-A67A-D546FD9D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426EE-6E23-4FFF-8C38-9F93E38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4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210C-E4A7-4671-9B2A-6044EA10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5658-3DB5-4AA1-9A73-779FECDA0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75FD8-F22D-424B-9AF7-B7F5B266E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5F894-D502-4EF5-A52F-1AA4CC9E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CD594-7258-4E33-B432-15012CED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43B98-06CD-452A-AF23-9E3BD5F9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E012-0C77-4650-B598-D346BCFC3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5D16B-BCD1-498D-B3C7-C372E8DF9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6C3A0-90AD-4BC0-B1F3-C4A920F6A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C00BD-6BE7-4A93-B7AA-5F4B3509D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AFF85-61C0-49BA-B942-9BBC77BF6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71655-6830-4B94-B997-D6CC3744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647583-C9B9-416A-90D1-8E1A6F35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683A6-2ED0-42BB-865C-1D767F01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2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F456-C0DB-48E0-9C8B-4E5542F5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72822-A954-4CE2-BDD9-0E2816AD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79A95-1204-447D-8160-F315F6EA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F2232-9126-44BE-97FC-0A998B98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0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881EE-3DA2-4AE6-9F1E-6EAEB23C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4FD1-8AC1-43B3-A556-57CA0927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64A9-3E88-45A3-A26F-0DD2BC19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7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4E60-E2A6-41CD-90EF-DC391F38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DD150-3DA8-48BD-B055-BA75E3850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02AEE-5B94-4DD4-A715-8FA8AD425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7EDBD-4A87-413F-87DA-17EA26C1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776F4-53DA-4B03-B321-87180BAF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B00A3-1539-49B2-96C5-EE307416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E3C18-E293-466A-8864-FF03BC28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BEDBC-FAA1-4989-980F-9C5333E7A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72B88-15DD-4432-85C5-0CB5CB3A6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67D05-C64A-4586-B4AE-4E7B9931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D4216-5914-4E23-A4CC-189F03A0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3851-983D-4F02-B6A4-DF35EB6F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2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CB4A-A6B3-4D18-823C-5C931272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5843C-E127-4B8C-8218-928E27687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8F870-42E1-4901-B226-409A7150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6B95E-B7F6-465E-BAB4-D8FA4CD9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60AD9-14AB-48B5-B335-E01CCC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8082E-440E-4717-9E81-1C36A1AC2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C63AA-3C7C-4548-AD64-21B1D27DA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8C759-9FBE-414D-B245-000C05D5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9349D-B6EE-495F-9266-3AC6F81B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C44C-A3AF-4B72-B72E-47994B41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9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A2699-E8E4-44B8-A84A-99E947CC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7596D-8331-41DA-ADC2-FB7E123B5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85979-28C2-40BF-9C8C-2E3C23BBF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A3519-003C-491B-9B3C-268A16E8BA5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40ABD-0BD4-4FD7-84EE-3FF8F6EFE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16FD0-BA4B-4912-B46E-C559922C3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B1473-C91A-42FA-987F-80EAEE95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7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096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096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8DA8EDB-BD7B-4D31-9812-147E72EDF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80517" y="1320246"/>
            <a:ext cx="5711483" cy="451572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51B1BF-5B34-4371-A144-6A21419A969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978" y="4447275"/>
            <a:ext cx="2616591" cy="2166424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FB1D26-8B00-4EA0-A89B-A817CA93C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82" y="28135"/>
            <a:ext cx="11226019" cy="7345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COVID-19 GLOBAL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C4D25-EBDB-438A-B720-DA91207EB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917" y="2167134"/>
            <a:ext cx="9144000" cy="165576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Power BI Dashboard Project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Prepared By 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Umanta Esther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Week 4- Data Visualization &amp; Dashboarding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AnalystLab</a:t>
            </a:r>
            <a:r>
              <a:rPr lang="en-US" dirty="0">
                <a:solidFill>
                  <a:schemeClr val="bg1"/>
                </a:solidFill>
              </a:rPr>
              <a:t> Africa Internship</a:t>
            </a:r>
          </a:p>
          <a:p>
            <a:r>
              <a:rPr lang="en-US" sz="2000" dirty="0">
                <a:solidFill>
                  <a:schemeClr val="bg1"/>
                </a:solidFill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86500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13D0-A7AA-417B-A774-F15D38EF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DATASET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121B93-4661-4894-B6DF-43CC9F2EC8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5" y="3587262"/>
            <a:ext cx="2664334" cy="194258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F2E7-AE5D-4EA6-B297-3831F49F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00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Dataset Used</a:t>
            </a:r>
          </a:p>
          <a:p>
            <a:r>
              <a:rPr lang="en-US" sz="9600" dirty="0">
                <a:solidFill>
                  <a:schemeClr val="bg1"/>
                </a:solidFill>
              </a:rPr>
              <a:t>COVID-19 Global Dataset</a:t>
            </a:r>
          </a:p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Source</a:t>
            </a:r>
          </a:p>
          <a:p>
            <a:r>
              <a:rPr lang="en-US" sz="9600" dirty="0">
                <a:solidFill>
                  <a:schemeClr val="bg1"/>
                </a:solidFill>
              </a:rPr>
              <a:t>John Hopkins University (CSSE)</a:t>
            </a:r>
          </a:p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Period Covered</a:t>
            </a:r>
          </a:p>
          <a:p>
            <a:r>
              <a:rPr lang="en-US" sz="9600" dirty="0">
                <a:solidFill>
                  <a:schemeClr val="bg1"/>
                </a:solidFill>
              </a:rPr>
              <a:t>January 2020-March 2023</a:t>
            </a:r>
          </a:p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Content</a:t>
            </a:r>
          </a:p>
          <a:p>
            <a:r>
              <a:rPr lang="en-US" sz="9600" dirty="0">
                <a:solidFill>
                  <a:schemeClr val="bg1"/>
                </a:solidFill>
              </a:rPr>
              <a:t> Confirmed Cases</a:t>
            </a:r>
          </a:p>
          <a:p>
            <a:r>
              <a:rPr lang="en-US" sz="9600" dirty="0">
                <a:solidFill>
                  <a:schemeClr val="bg1"/>
                </a:solidFill>
              </a:rPr>
              <a:t>Deaths</a:t>
            </a:r>
          </a:p>
          <a:p>
            <a:r>
              <a:rPr lang="en-US" sz="9600" dirty="0">
                <a:solidFill>
                  <a:schemeClr val="bg1"/>
                </a:solidFill>
              </a:rPr>
              <a:t>Recoveries</a:t>
            </a:r>
          </a:p>
          <a:p>
            <a:r>
              <a:rPr lang="en-US" sz="9600" dirty="0">
                <a:solidFill>
                  <a:schemeClr val="bg1"/>
                </a:solidFill>
              </a:rPr>
              <a:t>Countries/Regions</a:t>
            </a:r>
          </a:p>
          <a:p>
            <a:r>
              <a:rPr lang="en-US" sz="9600" dirty="0">
                <a:solidFill>
                  <a:schemeClr val="bg1"/>
                </a:solidFill>
              </a:rPr>
              <a:t>Date</a:t>
            </a:r>
          </a:p>
          <a:p>
            <a:r>
              <a:rPr lang="en-US" sz="9600" dirty="0">
                <a:solidFill>
                  <a:schemeClr val="bg1"/>
                </a:solidFill>
              </a:rPr>
              <a:t>Longitude &amp; Latitude</a:t>
            </a:r>
          </a:p>
          <a:p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82C228-7C8A-4391-97C4-9D027F68B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317" y="3267697"/>
            <a:ext cx="6351328" cy="33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4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D35E-5C86-4CA7-9A99-18DEC7DB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PROJECT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CE178-0291-4612-8E5D-12031172F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5697" y="1295475"/>
            <a:ext cx="8487508" cy="4515729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FEB5-E794-4855-A6EF-9419860D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covid-19 pandemic affected millions of people worldwide. Government and health organizations needed reliable data to monitor the spread of the virus and make informed decision.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dashboard was created to;</a:t>
            </a:r>
          </a:p>
          <a:p>
            <a:r>
              <a:rPr lang="en-US" dirty="0">
                <a:solidFill>
                  <a:schemeClr val="bg1"/>
                </a:solidFill>
              </a:rPr>
              <a:t>Monitor confirmed cases .</a:t>
            </a:r>
          </a:p>
          <a:p>
            <a:r>
              <a:rPr lang="en-US" dirty="0">
                <a:solidFill>
                  <a:schemeClr val="bg1"/>
                </a:solidFill>
              </a:rPr>
              <a:t>Compare the number of recoveries and death.</a:t>
            </a:r>
          </a:p>
          <a:p>
            <a:r>
              <a:rPr lang="en-US" dirty="0">
                <a:solidFill>
                  <a:schemeClr val="bg1"/>
                </a:solidFill>
              </a:rPr>
              <a:t>Analyze case trends overtime.</a:t>
            </a:r>
          </a:p>
          <a:p>
            <a:r>
              <a:rPr lang="en-US" dirty="0">
                <a:solidFill>
                  <a:schemeClr val="bg1"/>
                </a:solidFill>
              </a:rPr>
              <a:t>Identify the most affected countries. </a:t>
            </a:r>
          </a:p>
          <a:p>
            <a:r>
              <a:rPr lang="en-US" dirty="0">
                <a:solidFill>
                  <a:schemeClr val="bg1"/>
                </a:solidFill>
              </a:rPr>
              <a:t>Support date driven public health decision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16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7D70-032E-4CC3-9D63-CE028C40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B507-FE85-4BC9-911A-EA46F2DD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dashboard includes;</a:t>
            </a:r>
          </a:p>
          <a:p>
            <a:r>
              <a:rPr lang="en-US" dirty="0">
                <a:solidFill>
                  <a:schemeClr val="bg1"/>
                </a:solidFill>
              </a:rPr>
              <a:t>KPI cards showing the latest confirmed, death and recovered cases.</a:t>
            </a:r>
          </a:p>
          <a:p>
            <a:r>
              <a:rPr lang="en-US" dirty="0">
                <a:solidFill>
                  <a:schemeClr val="bg1"/>
                </a:solidFill>
              </a:rPr>
              <a:t>A World Map displaying the geographical distribution of COVID-19 cases.</a:t>
            </a:r>
          </a:p>
          <a:p>
            <a:r>
              <a:rPr lang="en-US" dirty="0">
                <a:solidFill>
                  <a:schemeClr val="bg1"/>
                </a:solidFill>
              </a:rPr>
              <a:t>A line chart showing trends over time. </a:t>
            </a:r>
          </a:p>
          <a:p>
            <a:r>
              <a:rPr lang="en-US" dirty="0">
                <a:solidFill>
                  <a:schemeClr val="bg1"/>
                </a:solidFill>
              </a:rPr>
              <a:t>A donut chart comparing case categories.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slicers for country and date.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1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3265-EF75-44DD-86AD-21C01DA7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9E99D0-000B-413D-AD9A-DB4C785AF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9931"/>
            <a:ext cx="12192000" cy="5758070"/>
          </a:xfrm>
        </p:spPr>
      </p:pic>
    </p:spTree>
    <p:extLst>
      <p:ext uri="{BB962C8B-B14F-4D97-AF65-F5344CB8AC3E}">
        <p14:creationId xmlns:p14="http://schemas.microsoft.com/office/powerpoint/2010/main" val="413873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E601-F654-4447-B0C8-ED64CD25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F739-8D0B-4B39-B446-6E56B27C8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From my analysis these are the insight discovered;</a:t>
            </a:r>
          </a:p>
          <a:p>
            <a:r>
              <a:rPr lang="en-US" dirty="0">
                <a:solidFill>
                  <a:schemeClr val="bg1"/>
                </a:solidFill>
              </a:rPr>
              <a:t>The United State has the highest cases confirmed with approximately 104M confirmed cases.</a:t>
            </a:r>
          </a:p>
          <a:p>
            <a:r>
              <a:rPr lang="en-US" dirty="0">
                <a:solidFill>
                  <a:schemeClr val="bg1"/>
                </a:solidFill>
              </a:rPr>
              <a:t>India recorded the second-highest cases confirmed with approximately 45M cases confirmed.</a:t>
            </a:r>
          </a:p>
          <a:p>
            <a:r>
              <a:rPr lang="en-US" dirty="0">
                <a:solidFill>
                  <a:schemeClr val="bg1"/>
                </a:solidFill>
              </a:rPr>
              <a:t>The cases confirmed is higher then the recovery and death rate across countries with a significant difference.</a:t>
            </a:r>
          </a:p>
          <a:p>
            <a:r>
              <a:rPr lang="en-US" dirty="0">
                <a:solidFill>
                  <a:schemeClr val="bg1"/>
                </a:solidFill>
              </a:rPr>
              <a:t>The dashboard allows users to compare COVID-19 statistics by country and date.</a:t>
            </a:r>
          </a:p>
          <a:p>
            <a:r>
              <a:rPr lang="en-US" dirty="0">
                <a:solidFill>
                  <a:schemeClr val="bg1"/>
                </a:solidFill>
              </a:rPr>
              <a:t>The visualization made it easy to identify trends and compare the impact of the COVID-19 across different regions.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project uses a real-world COVID-19 dataset published by the Johns Hopkins University Center for Systems Science and Engineering (CSSE).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The dataset contains officially reported global COVID-19 confirmed cases, deaths, and recoveries collected from public health authorities worldwide.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92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E8E8-CD6C-4B97-9DAD-FAAD7980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B74C0-9ED9-495B-990D-172D180C6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Health authorities should continue to strengthen disease surveillance and reporting systems to detect outbreaks early.</a:t>
            </a:r>
          </a:p>
          <a:p>
            <a:r>
              <a:rPr lang="en-US" dirty="0">
                <a:solidFill>
                  <a:schemeClr val="bg1"/>
                </a:solidFill>
              </a:rPr>
              <a:t>Countries with high numbers of confirmed cases should maintain strong public health preparedness and emergency response plans.</a:t>
            </a:r>
          </a:p>
          <a:p>
            <a:r>
              <a:rPr lang="en-US" dirty="0">
                <a:solidFill>
                  <a:schemeClr val="bg1"/>
                </a:solidFill>
              </a:rPr>
              <a:t>Governments and healthcare organizations should use interactive dashboards to monitor trends and support timely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Public awareness campaigns should continue to promote preventive health practices during disease outbreaks.</a:t>
            </a:r>
          </a:p>
          <a:p>
            <a:r>
              <a:rPr lang="en-US" dirty="0">
                <a:solidFill>
                  <a:schemeClr val="bg1"/>
                </a:solidFill>
              </a:rPr>
              <a:t>Data should be updated regularly to ensure that policymakers and researchers make decisions based on the most current information.</a:t>
            </a:r>
          </a:p>
          <a:p>
            <a:r>
              <a:rPr lang="en-US" dirty="0">
                <a:solidFill>
                  <a:schemeClr val="bg1"/>
                </a:solidFill>
              </a:rPr>
              <a:t>Regular data updates are also important for tracking trends and responding effectively to future public health challenges.</a:t>
            </a:r>
          </a:p>
        </p:txBody>
      </p:sp>
    </p:spTree>
    <p:extLst>
      <p:ext uri="{BB962C8B-B14F-4D97-AF65-F5344CB8AC3E}">
        <p14:creationId xmlns:p14="http://schemas.microsoft.com/office/powerpoint/2010/main" val="348750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9D5D-41C3-4239-AA03-E190EF57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2B84-C1E2-4CDD-8FE0-7AD013FA6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During the development of this dashboard, I encountered several challenges, including:</a:t>
            </a:r>
          </a:p>
          <a:p>
            <a:r>
              <a:rPr lang="en-US" dirty="0">
                <a:solidFill>
                  <a:schemeClr val="bg1"/>
                </a:solidFill>
              </a:rPr>
              <a:t>Recovering the Confirmed column after it was accidentally removed in Power Query.</a:t>
            </a:r>
          </a:p>
          <a:p>
            <a:r>
              <a:rPr lang="en-US" dirty="0">
                <a:solidFill>
                  <a:schemeClr val="bg1"/>
                </a:solidFill>
              </a:rPr>
              <a:t>Resolving DAX measure errors that affected the KPI cards.</a:t>
            </a:r>
          </a:p>
          <a:p>
            <a:r>
              <a:rPr lang="en-US" dirty="0">
                <a:solidFill>
                  <a:schemeClr val="bg1"/>
                </a:solidFill>
              </a:rPr>
              <a:t>Fixing the map visual when it temporarily stopped displaying.</a:t>
            </a:r>
          </a:p>
          <a:p>
            <a:r>
              <a:rPr lang="en-US" dirty="0">
                <a:solidFill>
                  <a:schemeClr val="bg1"/>
                </a:solidFill>
              </a:rPr>
              <a:t>Arranging the dashboard layout to fit properly on a single page.</a:t>
            </a:r>
          </a:p>
          <a:p>
            <a:r>
              <a:rPr lang="en-US" dirty="0">
                <a:solidFill>
                  <a:schemeClr val="bg1"/>
                </a:solidFill>
              </a:rPr>
              <a:t>Adjusting font sizes and visual formatting to improve readability.</a:t>
            </a:r>
          </a:p>
          <a:p>
            <a:r>
              <a:rPr lang="en-US" dirty="0">
                <a:solidFill>
                  <a:schemeClr val="bg1"/>
                </a:solidFill>
              </a:rPr>
              <a:t>Learning to use slicers effectively for interactive filtering by country and date.</a:t>
            </a:r>
          </a:p>
        </p:txBody>
      </p:sp>
    </p:spTree>
    <p:extLst>
      <p:ext uri="{BB962C8B-B14F-4D97-AF65-F5344CB8AC3E}">
        <p14:creationId xmlns:p14="http://schemas.microsoft.com/office/powerpoint/2010/main" val="413167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02AE-9187-439B-AD04-95635B72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C4491-01A6-4231-AE12-4B199C22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conclusion, this project demonstrates the value of data visualization in understanding global health trends.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Using Power BI, I transformed a real-world COVID-19 dataset into an interactive dashboard that makes complex data easier to understand and analyze. Thank you for your attention. I welcome any questions.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project also strengthened my skills in: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visualization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Dashboard design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storytelling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3078667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508D-5040-466E-BB66-19ABB8001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3" y="275327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178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563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COVID-19 GLOBAL DASHBOARD</vt:lpstr>
      <vt:lpstr>DATASET OVERVIEW</vt:lpstr>
      <vt:lpstr>PROJECT OBJECTIVE</vt:lpstr>
      <vt:lpstr>DASHBOARD OVERVIEW</vt:lpstr>
      <vt:lpstr>DASHBOARD</vt:lpstr>
      <vt:lpstr>KEY INSIGHT</vt:lpstr>
      <vt:lpstr>RECOMMENDATION</vt:lpstr>
      <vt:lpstr>CHALLENGES ENCOUNTERED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DASHBOARD</dc:title>
  <dc:creator>Esther Umanta</dc:creator>
  <cp:lastModifiedBy>Esther Umanta</cp:lastModifiedBy>
  <cp:revision>16</cp:revision>
  <dcterms:created xsi:type="dcterms:W3CDTF">2026-07-17T21:35:56Z</dcterms:created>
  <dcterms:modified xsi:type="dcterms:W3CDTF">2026-07-18T01:02:26Z</dcterms:modified>
</cp:coreProperties>
</file>